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Ranklens: A Mobile Search Engine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Machine Learning-based Ranking</a:t>
            </a:r>
          </a:p>
          <a:p>
            <a:r>
              <a:t>(BM25, PageRank, HITS)</a:t>
            </a:r>
          </a:p>
          <a:p/>
          <a:p>
            <a:r>
              <a:t>By: Shakib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Ranklens is a mobile search engine for Android.</a:t>
            </a:r>
          </a:p>
          <a:p>
            <a:r>
              <a:t>Uses BM25 for content ranking.</a:t>
            </a:r>
          </a:p>
          <a:p>
            <a:r>
              <a:t>Optionally integrates PageRank/HITS link analysis.</a:t>
            </a:r>
          </a:p>
          <a:p>
            <a:r>
              <a:t>Includes Login/Registration with Material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Explosion of web data requires efficient retrieval.</a:t>
            </a:r>
          </a:p>
          <a:p>
            <a:r>
              <a:t>Ranklens integrates IR algorithms into a mobile app.</a:t>
            </a:r>
          </a:p>
          <a:p>
            <a:r>
              <a:t>Demonstrates hybrid ranking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TF-IDF and Vector Space Model.</a:t>
            </a:r>
          </a:p>
          <a:p>
            <a:r>
              <a:t>BM25 as a probabilistic IR model.</a:t>
            </a:r>
          </a:p>
          <a:p>
            <a:r>
              <a:t>PageRank &amp; HITS for link-based ranking.</a:t>
            </a:r>
          </a:p>
          <a:p>
            <a:r>
              <a:t>Mobile IR systems for lightweight retrieval.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Crawling &amp; Indexing in Colab (JSON storage).</a:t>
            </a:r>
          </a:p>
          <a:p>
            <a:r>
              <a:t>Ranking Model (BM25 + link score blending).</a:t>
            </a:r>
          </a:p>
          <a:p>
            <a:r>
              <a:t>Android App frontend with RecyclerView.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Login/Registration module implemented.</a:t>
            </a:r>
          </a:p>
          <a:p>
            <a:r>
              <a:t>Query search with BM25 ranking.</a:t>
            </a:r>
          </a:p>
          <a:p>
            <a:r>
              <a:t>Alpha slider for score blending.</a:t>
            </a:r>
          </a:p>
          <a:p>
            <a:r>
              <a:t>Performance: Precision@10 ~0.72, MRR ~0.68.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Strengths: BM25 relevance, link scores reduce spam.</a:t>
            </a:r>
          </a:p>
          <a:p>
            <a:r>
              <a:t>Limitations: Small dataset, no live crawling.</a:t>
            </a:r>
          </a:p>
          <a:p>
            <a:r>
              <a:t>Future Work: Neural embeddings, Firebase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Ranklens demonstrates IR models on mobile.</a:t>
            </a:r>
          </a:p>
          <a:p>
            <a:r>
              <a:t>Combines BM25 and link analysis.</a:t>
            </a:r>
          </a:p>
          <a:p>
            <a:r>
              <a:t>Provides academic and practical insights.</a:t>
            </a:r>
          </a:p>
          <a:p>
            <a:r>
              <a:t>Basis for future mobile IR research.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[1] Manning et al. Introduction to IR, 2008.</a:t>
            </a:r>
          </a:p>
          <a:p>
            <a:r>
              <a:t>[2] Robertson, BM25 and Beyond, 2009.</a:t>
            </a:r>
          </a:p>
          <a:p>
            <a:r>
              <a:t>[3] Brin &amp; Page, Anatomy of a Web Search Engine, 1998.</a:t>
            </a:r>
          </a:p>
          <a:p>
            <a:r>
              <a:t>[4] Kleinberg, HITS Algorithm, 1999.</a:t>
            </a:r>
          </a:p>
          <a:p>
            <a:r>
              <a:t>[5] Android Developers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